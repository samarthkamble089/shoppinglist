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38BDF8"/>
                </a:solidFill>
                <a:latin typeface="Segoe UI"/>
              </a:defRPr>
            </a:pPr>
            <a:r>
              <a:t>BudgetBrake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F1F5F9"/>
                </a:solidFill>
                <a:latin typeface="Segoe UI"/>
              </a:defRPr>
            </a:pPr>
            <a:r>
              <a:t>Shop till the Budget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A Native, Secure C-Win32 Desktop GUI Personal Finance &amp; Shopping Manager</a:t>
            </a:r>
          </a:p>
          <a:p>
            <a:pPr algn="ctr">
              <a:defRPr sz="1400">
                <a:solidFill>
                  <a:srgbClr val="94A3B8"/>
                </a:solidFill>
                <a:latin typeface="Segoe UI"/>
              </a:defRPr>
            </a:pPr>
            <a:r>
              <a:t>Built for C Programming Lab | Project Based Learning (PBL)</a:t>
            </a:r>
          </a:p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Presented by: Samarth Kamble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Introduction to C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History and Origin: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Developed by Dennis Ritchie at Bell Laboratories in 1972.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Foundation for many modern systems and compiled languages.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Core Characteristics: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Statically-typed, compiled, and highly structured procedural language.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Offers low-level hardware control, direct pointer manipulation, and memory management.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Relevance to GUI Applications: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Allows direct interfacing with OS-specific libraries like the Windows API.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Enables developers to write lightweight, standalone desktop applications with zero runtime dependencies and an extremely low memory footprint (&lt;5 MB RAM).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Expense Tracking Issues: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Consumers frequently struggle to monitor cumulative costs in real-time when buying items across multiple categories and shops.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Post-Facto Budget Tracking: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Most budgeting tools only record expenses after purchases have occurred, failing to prevent overspending at the exact moment of sale.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Bulky Development Frameworks: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Modern desktop applications often rely on heavy browser runtimes (like Electron or JS engines) that consume hundreds of megabytes of RAM.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The Project Goal: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Design a secure, lightweight, and offline Windows GUI application in C that integrates a shopping cart simulator with real-time budget blocking.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Real-Time Budget Enforcement: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Intercept and block checkouts automatically if the transaction total exceeds the user's remaining monthly allowance.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Local Data Persistence: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Save and load user profiles, account credentials, category catalogs, and shopping histories to flat text files.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Secure Session Management: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Implement user registration, passwords, and data isolation between accounts (e.g., samarth, krithika).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Native Graphics Visualization: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Render a visual expense graph (Cost vs. Time) directly inside the GUI using Windows GDI without third-party chart libraries.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Optimized Software Architecture: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Build a standalone .exe with minimal footprint, high performance, and rapid startup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Important Features of C Used in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Structs (Structures):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Grouped related properties to manage entities, such as the User profile struct (username, password, budget, log array) and Shop inventory structures.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File I/O (fopen, fprintf, fscanf):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Acted as the local database system to read and write user settings, transaction lists, and catalog details.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Pointers &amp; Dynamic Referencing: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Handled memory addresses to interact with the event handler (HWND, HDC) and pass data records between parsing modules without copying overhead.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Multidimensional Arrays: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Maintained the cart index, active shop categories, and matrixes used to calculate analytics points for graph coordinates.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String Manipulation &amp; Time Functions: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Used string.h to parse CSV structures safely and time.h to log transaction logs with precise timestamps.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Fully Functional Custom Win32 Desktop GUI: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Implemented a clean Dark-Themed interface featuring owner-drawn controls, listboxes, and category selectors.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Proactive Budget Safeguards: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Shows remaining budget updating dynamically. Successfully prevents checkouts if limits are breached, prompting warning boxes.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Integrated Analytics Dashboard: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Plotted spending history graphs dynamically on a canvas coordinate system, tracking user spendings across different dates.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Dynamic Shop Customization: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Inventories are read dynamically from files (e.g., Apple,120 in data/Groceries/Shop1.txt). Changes in inventory reflect immediately in the application.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Successful Integration of Shopping &amp; Budgeting: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BudgetBrake successfully delivers a dual shopping experience and budget logger in a cohesive application.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Demonstration of C's Performance: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Proves that native C using standard OS APIs runs faster, uses fewer system resources (&lt;5 MB RAM), and compiles into a tiny standalone binary.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Key Educational Learning Outcomes: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Developed advanced capabilities in Win32 event-driven programming, file-based data structures, standard library usage, and native UI graphics rendering.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3800" b="1">
                <a:solidFill>
                  <a:srgbClr val="38BDF8"/>
                </a:solidFill>
                <a:latin typeface="Segoe UI"/>
              </a:defRPr>
            </a:pPr>
            <a:r>
              <a:t>Future Scope and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80160"/>
            <a:ext cx="1081735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Relational Database Integration: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Migrate from flat text files to a local database like SQLite for standard query optimization and scalability.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Enhanced Cryptographic Protocols: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Implement password hashing algorithms (e.g. SHA-256) instead of saving text in plain files.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In-App Inventory Editor: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Build a graphical administrator panel to allow merchants or users to edit price sheets and items directly within the GUI.</a:t>
            </a:r>
          </a:p>
          <a:p>
            <a:pPr>
              <a:spcAft>
                <a:spcPts val="1200"/>
              </a:spcAft>
              <a:defRPr sz="1800" b="1">
                <a:solidFill>
                  <a:srgbClr val="F1F5F9"/>
                </a:solidFill>
                <a:latin typeface="Segoe UI"/>
              </a:defRPr>
            </a:pPr>
            <a:r>
              <a:t>Cross-Platform Compilation:</a:t>
            </a:r>
          </a:p>
          <a:p>
            <a:pPr lvl="1">
              <a:spcAft>
                <a:spcPts val="1200"/>
              </a:spcAft>
              <a:defRPr sz="1600" b="0">
                <a:solidFill>
                  <a:srgbClr val="94A3B8"/>
                </a:solidFill>
                <a:latin typeface="Segoe UI"/>
              </a:defRPr>
            </a:pPr>
            <a:r>
              <a:t>Port the Win32 graphical framework to cross-platform widgets (like Qt, GTK, or wxWidgets) to allow native operation on macOS and Linux.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